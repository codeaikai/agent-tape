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讲述重点：让一次失败可以稳定复现。重跑工具调用可能遇到外部服务变化和重复副作用。 一个 JSON 磁带保存策略、调用事件与预置响应。 离线检查与回放，提供可分享的失败证据。 规则依据、创新来源及证据边界见 docs 和产品说明书。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讲述重点：MoonBit 实现可复用内核。类型定义、JSON 边界校验、规则检查和回放均在 MoonBit 中实现。 编译为同一个 ES module，导出检查与缩减两个入口。 JavaScript 负责宿主输入输出与页面展示。 规则依据、创新来源及证据边界见 docs 和产品说明书。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讲述重点：每个结论都能定位到调用。检查工具白名单、调用次数与累计记录成本。 事前授权同时绑定调用 ID、工具名称与精确参数键。 缺少 fixture 明确失败；结果不一致报告 RESULT_DRIFT。 规则依据、创新来源及证据边界见 docs 和产品说明书。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讲述重点：把 3 个事件缩减到 1 个。逐条尝试删除事件，并使用同一内核重新检查。 重复执行直到无法继续单条删除而保留目标违规。 结果为 1-minimal 子序列，不保证全局最短或相同根因。 规则依据、创新来源及证据边界见 docs 和产品说明书。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讲述重点：克隆即可复现。npm test 验证随附内核；Node CLI 直接读取示例磁带。 bash scripts/build.sh 运行核心测试、重新编译和宿主测试。 12 项 MoonBit 核心测试与宿主集成测试通过。 规则依据、创新来源及证据边界见 docs 和产品说明书。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讲述重点：在已有方法上聚焦 MoonBit。参考 VCR.py、LangSmith 和 Cedar 的问题定义与设计思路。 在小型 MoonBit 内核中组合回放、规则检查与失败缩减。 公开源码、协议示例和测试，便于开发者复验与扩展。 规则依据、创新来源及证据边界见 docs 和产品说明书。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讲述重点：明确适用范围。回放使用预置响应，不执行真实工具或访问外部服务。 输入授权事件不验证签名；不提供线上隔离或自动脱敏。 当前验收基于合成示例，尚无外部项目采用记录。 规则依据、创新来源及证据边界见 docs 和产品说明书。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讲述重点：AgentTape · Replay with evidence。github.com/CodeAIKai/agent-tape 源码、可运行演示、一页说明、技术文档与配音视频随仓库交付。 后续方向：真实项目接入、轨迹适配器与独立复现反馈。 规则依据、创新来源及证据边界见 docs 和产品说明书。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303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7C7BE"/>
                </a:solidFill>
                <a:latin typeface="Noto Sans CJK SC"/>
              </a:defRPr>
            </a:pPr>
            <a:r>
              <a:t>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  <a:latin typeface="Noto Sans CJK SC"/>
              </a:defRPr>
            </a:pPr>
            <a:r>
              <a:t>AgentTape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E3EAE4"/>
                </a:solidFill>
                <a:latin typeface="Noto Sans CJK SC"/>
              </a:defRPr>
            </a:pPr>
            <a:r>
              <a:t>一次失败，一段可复现的证据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7C7BE"/>
                </a:solidFill>
                <a:latin typeface="Noto Sans CJK SC"/>
              </a:defRPr>
            </a:pPr>
            <a:r>
              <a:t>MoonBit 内核 · 离线回放 · 确定性检查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B7C7BE"/>
                </a:solidFill>
                <a:latin typeface="Noto Sans CJK SC"/>
              </a:defRPr>
            </a:pPr>
            <a:r>
              <a:t>AgentTape / 2026.09.30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560D1"/>
                </a:solidFill>
                <a:latin typeface="Noto Sans CJK SC"/>
              </a:defRPr>
            </a:pPr>
            <a:r>
              <a:t>01 / 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91B2B"/>
                </a:solidFill>
                <a:latin typeface="Noto Sans CJK SC"/>
              </a:defRPr>
            </a:pPr>
            <a:r>
              <a:t>让一次失败可以稳定复现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7706B"/>
                </a:solidFill>
                <a:latin typeface="Noto Sans CJK SC"/>
              </a:defRPr>
            </a:pPr>
            <a:r>
              <a:t>2026 MoonBit 9 月黑客松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8833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重跑工具调用可能遇到外部服务变化和重复副作用。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51129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一个 JSON 磁带保存策略、调用事件与预置响应。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891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3425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离线检查与回放，提供可分享的失败证据。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AgentTape 0.1.0 · 2026 MoonBit 9 月黑客松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560D1"/>
                </a:solidFill>
                <a:latin typeface="Noto Sans CJK S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560D1"/>
                </a:solidFill>
                <a:latin typeface="Noto Sans CJK SC"/>
              </a:defRPr>
            </a:pPr>
            <a:r>
              <a:t>02 / 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91B2B"/>
                </a:solidFill>
                <a:latin typeface="Noto Sans CJK SC"/>
              </a:defRPr>
            </a:pPr>
            <a:r>
              <a:t>MoonBit 实现可复用内核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7706B"/>
                </a:solidFill>
                <a:latin typeface="Noto Sans CJK SC"/>
              </a:defRPr>
            </a:pPr>
            <a:r>
              <a:t>规则写一次，命令行与浏览器共用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8833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类型定义、JSON 边界校验、规则检查和回放均在 MoonBit 中实现。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51129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编译为同一个 ES module，导出检查与缩减两个入口。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891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3425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JavaScript 负责宿主输入输出与页面展示。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AgentTape 0.1.0 · 2026 MoonBit 9 月黑客松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560D1"/>
                </a:solidFill>
                <a:latin typeface="Noto Sans CJK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560D1"/>
                </a:solidFill>
                <a:latin typeface="Noto Sans CJK SC"/>
              </a:defRPr>
            </a:pPr>
            <a:r>
              <a:t>03 / 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91B2B"/>
                </a:solidFill>
                <a:latin typeface="Noto Sans CJK SC"/>
              </a:defRPr>
            </a:pPr>
            <a:r>
              <a:t>每个结论都能定位到调用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7706B"/>
                </a:solidFill>
                <a:latin typeface="Noto Sans CJK SC"/>
              </a:defRPr>
            </a:pPr>
            <a:r>
              <a:t>授权、预算与响应一致性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8833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检查工具白名单、调用次数与累计记录成本。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51129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事前授权同时绑定调用 ID、工具名称与精确参数键。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891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3425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缺少 fixture 明确失败；结果不一致报告 RESULT_DRIFT。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AgentTape 0.1.0 · 2026 MoonBit 9 月黑客松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560D1"/>
                </a:solidFill>
                <a:latin typeface="Noto Sans CJK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560D1"/>
                </a:solidFill>
                <a:latin typeface="Noto Sans CJK SC"/>
              </a:defRPr>
            </a:pPr>
            <a:r>
              <a:t>04 / 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91B2B"/>
                </a:solidFill>
                <a:latin typeface="Noto Sans CJK SC"/>
              </a:defRPr>
            </a:pPr>
            <a:r>
              <a:t>把 3 个事件缩减到 1 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7706B"/>
                </a:solidFill>
                <a:latin typeface="Noto Sans CJK SC"/>
              </a:defRPr>
            </a:pPr>
            <a:r>
              <a:t>保留 APPROVAL_REQUIRED，形成回归用例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8833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逐条尝试删除事件，并使用同一内核重新检查。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51129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重复执行直到无法继续单条删除而保留目标违规。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891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3425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结果为 1-minimal 子序列，不保证全局最短或相同根因。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AgentTape 0.1.0 · 2026 MoonBit 9 月黑客松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560D1"/>
                </a:solidFill>
                <a:latin typeface="Noto Sans CJK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560D1"/>
                </a:solidFill>
                <a:latin typeface="Noto Sans CJK SC"/>
              </a:defRPr>
            </a:pPr>
            <a:r>
              <a:t>05 / 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91B2B"/>
                </a:solidFill>
                <a:latin typeface="Noto Sans CJK SC"/>
              </a:defRPr>
            </a:pPr>
            <a:r>
              <a:t>克隆即可复现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7706B"/>
                </a:solidFill>
                <a:latin typeface="Noto Sans CJK SC"/>
              </a:defRPr>
            </a:pPr>
            <a:r>
              <a:t>核心功能无需密钥或 npm 依赖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8833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npm test 验证随附内核；Node CLI 直接读取示例磁带。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51129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bash scripts/build.sh 运行核心测试、重新编译和宿主测试。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891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3425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12 项 MoonBit 核心测试与宿主集成测试通过。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AgentTape 0.1.0 · 2026 MoonBit 9 月黑客松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560D1"/>
                </a:solidFill>
                <a:latin typeface="Noto Sans CJK S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560D1"/>
                </a:solidFill>
                <a:latin typeface="Noto Sans CJK SC"/>
              </a:defRPr>
            </a:pPr>
            <a:r>
              <a:t>06 / 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91B2B"/>
                </a:solidFill>
                <a:latin typeface="Noto Sans CJK SC"/>
              </a:defRPr>
            </a:pPr>
            <a:r>
              <a:t>在已有方法上聚焦 MoonBit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7706B"/>
                </a:solidFill>
                <a:latin typeface="Noto Sans CJK SC"/>
              </a:defRPr>
            </a:pPr>
            <a:r>
              <a:t>录制回放 · 轨迹评估 · 策略授权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8833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参考 VCR.py、LangSmith 和 Cedar 的问题定义与设计思路。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51129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在小型 MoonBit 内核中组合回放、规则检查与失败缩减。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891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3425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公开源码、协议示例和测试，便于开发者复验与扩展。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AgentTape 0.1.0 · 2026 MoonBit 9 月黑客松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560D1"/>
                </a:solidFill>
                <a:latin typeface="Noto Sans CJK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560D1"/>
                </a:solidFill>
                <a:latin typeface="Noto Sans CJK SC"/>
              </a:defRPr>
            </a:pPr>
            <a:r>
              <a:t>07 / 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91B2B"/>
                </a:solidFill>
                <a:latin typeface="Noto Sans CJK SC"/>
              </a:defRPr>
            </a:pPr>
            <a:r>
              <a:t>明确适用范围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7706B"/>
                </a:solidFill>
                <a:latin typeface="Noto Sans CJK SC"/>
              </a:defRPr>
            </a:pPr>
            <a:r>
              <a:t>历史轨迹检查与开发回归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8833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回放使用预置响应，不执行真实工具或访问外部服务。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51129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输入授权事件不验证签名；不提供线上隔离或自动脱敏。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891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3425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当前验收基于合成示例，尚无外部项目采用记录。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AgentTape 0.1.0 · 2026 MoonBit 9 月黑客松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560D1"/>
                </a:solidFill>
                <a:latin typeface="Noto Sans CJK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411480"/>
          </a:xfrm>
          <a:prstGeom prst="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560D1"/>
                </a:solidFill>
                <a:latin typeface="Noto Sans CJK SC"/>
              </a:defRPr>
            </a:pPr>
            <a:r>
              <a:t>08 / REPLAY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91B2B"/>
                </a:solidFill>
                <a:latin typeface="Noto Sans CJK SC"/>
              </a:defRPr>
            </a:pPr>
            <a:r>
              <a:t>AgentTape · Replay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67706B"/>
                </a:solidFill>
                <a:latin typeface="Noto Sans CJK SC"/>
              </a:defRPr>
            </a:pPr>
            <a:r>
              <a:t>MoonBit / Apache-2.0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8833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github.com/CodeAIKai/agent-tape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661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51129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源码、可运行演示、一页说明、技术文档与配音视频随仓库交付。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89120"/>
            <a:ext cx="384048" cy="384048"/>
          </a:xfrm>
          <a:prstGeom prst="roundRect">
            <a:avLst/>
          </a:prstGeom>
          <a:solidFill>
            <a:srgbClr val="7560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891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334256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91B2B"/>
                </a:solidFill>
                <a:latin typeface="Noto Sans CJK SC"/>
              </a:defRPr>
            </a:pPr>
            <a:r>
              <a:t>后续方向：真实项目接入、轨迹适配器与独立复现反馈。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AgentTape 0.1.0 · 2026 MoonBit 9 月黑客松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53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7560D1"/>
                </a:solidFill>
                <a:latin typeface="Noto Sans CJK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191B2B"/>
                </a:solidFill>
                <a:latin typeface="Noto Sans CJK SC"/>
              </a:defRPr>
            </a:pPr>
            <a:r>
              <a:t>浏览器实际运行画面</a:t>
            </a:r>
          </a:p>
        </p:txBody>
      </p:sp>
      <p:pic>
        <p:nvPicPr>
          <p:cNvPr id="3" name="Picture 2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573" y="1005840"/>
            <a:ext cx="4610548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7706B"/>
                </a:solidFill>
                <a:latin typeface="Noto Sans CJK SC"/>
              </a:defRPr>
            </a:pPr>
            <a:r>
              <a:t>本地运行截图 · 合成调用轨迹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AgentTape</dc:title>
  <dc:subject/>
  <dc:creator>AgentTape</dc:creator>
  <cp:keywords/>
  <dc:description/>
  <cp:lastModifiedBy>AgentTape</cp:lastModifiedBy>
  <cp:revision>1</cp:revision>
  <dcterms:created xsi:type="dcterms:W3CDTF">2026-09-30T02:43:12Z</dcterms:created>
  <dcterms:modified xsi:type="dcterms:W3CDTF">2026-09-30T02:43:12Z</dcterms:modified>
  <cp:category/>
</cp:coreProperties>
</file>